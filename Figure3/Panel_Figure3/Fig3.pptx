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3"/>
  </p:notesMasterIdLst>
  <p:sldIdLst>
    <p:sldId id="256" r:id="rId2"/>
  </p:sldIdLst>
  <p:sldSz cx="6858000" cy="5486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0"/>
    <p:restoredTop sz="94717"/>
  </p:normalViewPr>
  <p:slideViewPr>
    <p:cSldViewPr snapToGrid="0" showGuides="1">
      <p:cViewPr>
        <p:scale>
          <a:sx n="97" d="100"/>
          <a:sy n="97" d="100"/>
        </p:scale>
        <p:origin x="2712" y="8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A419B9-8C8A-CD44-9235-37C77F6E4E2C}" type="datetimeFigureOut">
              <a:rPr lang="en-US" smtClean="0"/>
              <a:t>12/2/25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500188" y="1143000"/>
            <a:ext cx="38576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D56D49-146E-9645-8337-F993E06EA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0044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D56D49-146E-9645-8337-F993E06EADB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8933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897890"/>
            <a:ext cx="5829300" cy="191008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2881630"/>
            <a:ext cx="5143500" cy="1324610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463F6-4428-6041-9B8C-B10613FC2E47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D8339-5A8E-C049-BC3C-C5B6724D10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542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463F6-4428-6041-9B8C-B10613FC2E47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D8339-5A8E-C049-BC3C-C5B6724D10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564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1367791"/>
            <a:ext cx="5915025" cy="228219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3671571"/>
            <a:ext cx="5915025" cy="120015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463F6-4428-6041-9B8C-B10613FC2E47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D8339-5A8E-C049-BC3C-C5B6724D10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990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1460500"/>
            <a:ext cx="2914650" cy="34810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1460500"/>
            <a:ext cx="2914650" cy="34810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463F6-4428-6041-9B8C-B10613FC2E47}" type="datetimeFigureOut">
              <a:rPr lang="en-US" smtClean="0"/>
              <a:t>12/1/25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D8339-5A8E-C049-BC3C-C5B6724D10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144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292101"/>
            <a:ext cx="5915025" cy="106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1344930"/>
            <a:ext cx="2901255" cy="659130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2004060"/>
            <a:ext cx="2901255" cy="29476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1344930"/>
            <a:ext cx="2915543" cy="659130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2004060"/>
            <a:ext cx="2915543" cy="29476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463F6-4428-6041-9B8C-B10613FC2E47}" type="datetimeFigureOut">
              <a:rPr lang="en-US" smtClean="0"/>
              <a:t>12/1/25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D8339-5A8E-C049-BC3C-C5B6724D10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4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463F6-4428-6041-9B8C-B10613FC2E47}" type="datetimeFigureOut">
              <a:rPr lang="en-US" smtClean="0"/>
              <a:t>12/1/25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D8339-5A8E-C049-BC3C-C5B6724D10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1832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463F6-4428-6041-9B8C-B10613FC2E47}" type="datetimeFigureOut">
              <a:rPr lang="en-US" smtClean="0"/>
              <a:t>12/1/25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D8339-5A8E-C049-BC3C-C5B6724D10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762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365760"/>
            <a:ext cx="2211884" cy="128016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789941"/>
            <a:ext cx="3471863" cy="38989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1645920"/>
            <a:ext cx="2211884" cy="3049270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463F6-4428-6041-9B8C-B10613FC2E47}" type="datetimeFigureOut">
              <a:rPr lang="en-US" smtClean="0"/>
              <a:t>12/1/25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D8339-5A8E-C049-BC3C-C5B6724D10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346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365760"/>
            <a:ext cx="2211884" cy="128016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789941"/>
            <a:ext cx="3471863" cy="3898900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1645920"/>
            <a:ext cx="2211884" cy="3049270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463F6-4428-6041-9B8C-B10613FC2E47}" type="datetimeFigureOut">
              <a:rPr lang="en-US" smtClean="0"/>
              <a:t>12/1/25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D8339-5A8E-C049-BC3C-C5B6724D10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688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463F6-4428-6041-9B8C-B10613FC2E47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D8339-5A8E-C049-BC3C-C5B6724D10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6113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292100"/>
            <a:ext cx="1478756" cy="464947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292100"/>
            <a:ext cx="4350544" cy="464947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463F6-4428-6041-9B8C-B10613FC2E47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D8339-5A8E-C049-BC3C-C5B6724D10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252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292101"/>
            <a:ext cx="5915025" cy="1060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1460500"/>
            <a:ext cx="5915025" cy="34810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5085081"/>
            <a:ext cx="1543050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A463F6-4428-6041-9B8C-B10613FC2E47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5085081"/>
            <a:ext cx="2314575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5085081"/>
            <a:ext cx="1543050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0D8339-5A8E-C049-BC3C-C5B6724D10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1734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graphs showing different colors&#10;&#10;AI-generated content may be incorrect.">
            <a:extLst>
              <a:ext uri="{FF2B5EF4-FFF2-40B4-BE49-F238E27FC236}">
                <a16:creationId xmlns:a16="http://schemas.microsoft.com/office/drawing/2014/main" id="{6770D2A6-753A-319C-8C13-B30704F9EA9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7347" b="4645"/>
          <a:stretch>
            <a:fillRect/>
          </a:stretch>
        </p:blipFill>
        <p:spPr>
          <a:xfrm>
            <a:off x="0" y="2858656"/>
            <a:ext cx="6858000" cy="234961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3D916DD-60BE-C1C0-660E-736994C7749A}"/>
              </a:ext>
            </a:extLst>
          </p:cNvPr>
          <p:cNvSpPr txBox="1"/>
          <p:nvPr/>
        </p:nvSpPr>
        <p:spPr>
          <a:xfrm>
            <a:off x="2068228" y="-64440"/>
            <a:ext cx="2721545" cy="415498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50" b="1" u="sng" dirty="0" err="1"/>
              <a:t>Haplosufficient</a:t>
            </a:r>
            <a:r>
              <a:rPr lang="en-US" sz="1050" b="1" u="sng" dirty="0"/>
              <a:t> female-specific target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F536BF-E501-5F61-F9B8-6456042F9735}"/>
              </a:ext>
            </a:extLst>
          </p:cNvPr>
          <p:cNvSpPr txBox="1"/>
          <p:nvPr/>
        </p:nvSpPr>
        <p:spPr>
          <a:xfrm>
            <a:off x="1146336" y="2622417"/>
            <a:ext cx="4565328" cy="415498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50" b="1" u="sng" dirty="0"/>
              <a:t>Partial Haploinsufficiency Leading to Reduced Fertility (in </a:t>
            </a:r>
            <a:r>
              <a:rPr lang="en-US" sz="1050" b="1" u="sng" dirty="0" err="1"/>
              <a:t>fEW</a:t>
            </a:r>
            <a:r>
              <a:rPr lang="en-US" sz="1050" b="1" u="sng" dirty="0"/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419E2D1-55D1-BA28-A932-1B57A6B6B153}"/>
                  </a:ext>
                </a:extLst>
              </p:cNvPr>
              <p:cNvSpPr txBox="1"/>
              <p:nvPr/>
            </p:nvSpPr>
            <p:spPr>
              <a:xfrm>
                <a:off x="3710015" y="4061387"/>
                <a:ext cx="8154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Median TTE</a:t>
                </a:r>
              </a:p>
              <a:p>
                <a14:m>
                  <m:oMath xmlns:m="http://schemas.openxmlformats.org/officeDocument/2006/math">
                    <m:r>
                      <a:rPr lang="en-US" sz="900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5 yrs</a:t>
                </a: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419E2D1-55D1-BA28-A932-1B57A6B6B1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0015" y="4061387"/>
                <a:ext cx="815424" cy="369332"/>
              </a:xfrm>
              <a:prstGeom prst="rect">
                <a:avLst/>
              </a:prstGeom>
              <a:blipFill>
                <a:blip r:embed="rId4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C7838FCE-1349-8B22-826E-12B60DA07CC2}"/>
              </a:ext>
            </a:extLst>
          </p:cNvPr>
          <p:cNvGrpSpPr/>
          <p:nvPr/>
        </p:nvGrpSpPr>
        <p:grpSpPr>
          <a:xfrm>
            <a:off x="0" y="236564"/>
            <a:ext cx="6858000" cy="2349616"/>
            <a:chOff x="0" y="210060"/>
            <a:chExt cx="6858000" cy="2349616"/>
          </a:xfrm>
        </p:grpSpPr>
        <p:pic>
          <p:nvPicPr>
            <p:cNvPr id="6" name="Picture 5" descr="A group of graphs showing different colors&#10;&#10;AI-generated content may be incorrect.">
              <a:extLst>
                <a:ext uri="{FF2B5EF4-FFF2-40B4-BE49-F238E27FC236}">
                  <a16:creationId xmlns:a16="http://schemas.microsoft.com/office/drawing/2014/main" id="{73EA5013-85A6-5B70-E00F-30FB40DEF5A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51992"/>
            <a:stretch>
              <a:fillRect/>
            </a:stretch>
          </p:blipFill>
          <p:spPr>
            <a:xfrm>
              <a:off x="0" y="210060"/>
              <a:ext cx="6858000" cy="2349616"/>
            </a:xfrm>
            <a:prstGeom prst="rect">
              <a:avLst/>
            </a:prstGeom>
          </p:spPr>
        </p:pic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3F818B32-64BC-10CD-37FD-C9BDA3F96CF0}"/>
                </a:ext>
              </a:extLst>
            </p:cNvPr>
            <p:cNvSpPr/>
            <p:nvPr/>
          </p:nvSpPr>
          <p:spPr>
            <a:xfrm>
              <a:off x="3984783" y="444769"/>
              <a:ext cx="393803" cy="9068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9FD9B354-7B4D-1EE6-C2F1-A291F10A394B}"/>
                    </a:ext>
                  </a:extLst>
                </p:cNvPr>
                <p:cNvSpPr txBox="1"/>
                <p:nvPr/>
              </p:nvSpPr>
              <p:spPr>
                <a:xfrm>
                  <a:off x="4003754" y="432919"/>
                  <a:ext cx="365485" cy="10772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sz="7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PoE</a:t>
                  </a:r>
                  <a14:m>
                    <m:oMath xmlns:m="http://schemas.openxmlformats.org/officeDocument/2006/math">
                      <m:r>
                        <a:rPr lang="en-US" sz="700" b="1" i="1" smtClean="0">
                          <a:latin typeface="Cambria Math" panose="02040503050406030204" pitchFamily="18" charset="0"/>
                        </a:rPr>
                        <m:t>≥</m:t>
                      </m:r>
                    </m:oMath>
                  </a14:m>
                  <a:r>
                    <a:rPr lang="en-US" sz="7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0.5</a:t>
                  </a:r>
                </a:p>
              </p:txBody>
            </p:sp>
          </mc:Choice>
          <mc:Fallback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9FD9B354-7B4D-1EE6-C2F1-A291F10A39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03754" y="432919"/>
                  <a:ext cx="365485" cy="107722"/>
                </a:xfrm>
                <a:prstGeom prst="rect">
                  <a:avLst/>
                </a:prstGeom>
                <a:blipFill>
                  <a:blip r:embed="rId5"/>
                  <a:stretch>
                    <a:fillRect l="-13333" t="-22222" r="-10000" b="-555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24" name="Picture 23" descr="A group of graphs showing different colors&#10;&#10;AI-generated content may be incorrect.">
            <a:extLst>
              <a:ext uri="{FF2B5EF4-FFF2-40B4-BE49-F238E27FC236}">
                <a16:creationId xmlns:a16="http://schemas.microsoft.com/office/drawing/2014/main" id="{665087A2-C32C-CE60-4E6E-349ECE44F56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5718"/>
          <a:stretch>
            <a:fillRect/>
          </a:stretch>
        </p:blipFill>
        <p:spPr>
          <a:xfrm>
            <a:off x="0" y="5276340"/>
            <a:ext cx="6858000" cy="209549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71F47843-F5E8-E44E-E801-81FEFD517082}"/>
              </a:ext>
            </a:extLst>
          </p:cNvPr>
          <p:cNvSpPr txBox="1"/>
          <p:nvPr/>
        </p:nvSpPr>
        <p:spPr>
          <a:xfrm>
            <a:off x="3916214" y="5127162"/>
            <a:ext cx="87148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(in yrs)</a:t>
            </a:r>
          </a:p>
        </p:txBody>
      </p:sp>
    </p:spTree>
    <p:extLst>
      <p:ext uri="{BB962C8B-B14F-4D97-AF65-F5344CB8AC3E}">
        <p14:creationId xmlns:p14="http://schemas.microsoft.com/office/powerpoint/2010/main" val="1052577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113</TotalTime>
  <Words>26</Words>
  <Application>Microsoft Macintosh PowerPoint</Application>
  <PresentationFormat>Custom</PresentationFormat>
  <Paragraphs>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Arial Black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Prateek Verma</dc:creator>
  <cp:lastModifiedBy>Prateek Verma</cp:lastModifiedBy>
  <cp:revision>7</cp:revision>
  <dcterms:created xsi:type="dcterms:W3CDTF">2025-12-02T06:50:47Z</dcterms:created>
  <dcterms:modified xsi:type="dcterms:W3CDTF">2025-12-02T08:44:35Z</dcterms:modified>
</cp:coreProperties>
</file>