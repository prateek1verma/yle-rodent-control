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41" r:id="rId1"/>
  </p:sldMasterIdLst>
  <p:notesMasterIdLst>
    <p:notesMasterId r:id="rId3"/>
  </p:notesMasterIdLst>
  <p:sldIdLst>
    <p:sldId id="257" r:id="rId2"/>
  </p:sldIdLst>
  <p:sldSz cx="6858000" cy="5486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2B2"/>
    <a:srgbClr val="F4C97A"/>
    <a:srgbClr val="E69F00"/>
    <a:srgbClr val="56B4E9"/>
    <a:srgbClr val="CC79A7"/>
    <a:srgbClr val="E6B9D4"/>
    <a:srgbClr val="D85C00"/>
    <a:srgbClr val="D70001"/>
    <a:srgbClr val="067643"/>
    <a:srgbClr val="66C2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016"/>
    <p:restoredTop sz="94745"/>
  </p:normalViewPr>
  <p:slideViewPr>
    <p:cSldViewPr snapToGrid="0">
      <p:cViewPr>
        <p:scale>
          <a:sx n="191" d="100"/>
          <a:sy n="191" d="100"/>
        </p:scale>
        <p:origin x="296" y="-1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CDCA09-FA9A-FE47-A967-C142DA2AD5FF}" type="datetimeFigureOut">
              <a:rPr lang="en-US" smtClean="0"/>
              <a:t>5/4/26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00188" y="1143000"/>
            <a:ext cx="3857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A46927-0C4B-CB48-8FF7-FEA4D470A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856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A46927-0C4B-CB48-8FF7-FEA4D470ABF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4475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897890"/>
            <a:ext cx="5829300" cy="191008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2881630"/>
            <a:ext cx="5143500" cy="1324610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70F63-332C-3848-8FC4-A5AA61D38FDB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1E70-88DE-EF4B-A1B5-47847EE746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393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70F63-332C-3848-8FC4-A5AA61D38FDB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1E70-88DE-EF4B-A1B5-47847EE746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997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1367791"/>
            <a:ext cx="5915025" cy="228219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3671571"/>
            <a:ext cx="5915025" cy="120015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70F63-332C-3848-8FC4-A5AA61D38FDB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1E70-88DE-EF4B-A1B5-47847EE746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389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1460500"/>
            <a:ext cx="2914650" cy="34810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1460500"/>
            <a:ext cx="2914650" cy="34810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70F63-332C-3848-8FC4-A5AA61D38FDB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1E70-88DE-EF4B-A1B5-47847EE746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664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292101"/>
            <a:ext cx="5915025" cy="106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1344930"/>
            <a:ext cx="2901255" cy="659130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2004060"/>
            <a:ext cx="2901255" cy="29476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1344930"/>
            <a:ext cx="2915543" cy="659130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2004060"/>
            <a:ext cx="2915543" cy="29476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70F63-332C-3848-8FC4-A5AA61D38FDB}" type="datetimeFigureOut">
              <a:rPr lang="en-US" smtClean="0"/>
              <a:t>5/4/26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1E70-88DE-EF4B-A1B5-47847EE746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827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70F63-332C-3848-8FC4-A5AA61D38FDB}" type="datetimeFigureOut">
              <a:rPr lang="en-US" smtClean="0"/>
              <a:t>5/4/26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1E70-88DE-EF4B-A1B5-47847EE746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462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70F63-332C-3848-8FC4-A5AA61D38FDB}" type="datetimeFigureOut">
              <a:rPr lang="en-US" smtClean="0"/>
              <a:t>5/4/26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1E70-88DE-EF4B-A1B5-47847EE746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285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365760"/>
            <a:ext cx="2211884" cy="128016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789941"/>
            <a:ext cx="3471863" cy="38989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1645920"/>
            <a:ext cx="2211884" cy="3049270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70F63-332C-3848-8FC4-A5AA61D38FDB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1E70-88DE-EF4B-A1B5-47847EE746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703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365760"/>
            <a:ext cx="2211884" cy="128016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789941"/>
            <a:ext cx="3471863" cy="3898900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1645920"/>
            <a:ext cx="2211884" cy="3049270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70F63-332C-3848-8FC4-A5AA61D38FDB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1E70-88DE-EF4B-A1B5-47847EE746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229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70F63-332C-3848-8FC4-A5AA61D38FDB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1E70-88DE-EF4B-A1B5-47847EE746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905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292100"/>
            <a:ext cx="1478756" cy="464947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292100"/>
            <a:ext cx="4350544" cy="464947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70F63-332C-3848-8FC4-A5AA61D38FDB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1E70-88DE-EF4B-A1B5-47847EE746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840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292101"/>
            <a:ext cx="5915025" cy="1060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1460500"/>
            <a:ext cx="5915025" cy="34810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5085081"/>
            <a:ext cx="154305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C70F63-332C-3848-8FC4-A5AA61D38FDB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5085081"/>
            <a:ext cx="2314575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5085081"/>
            <a:ext cx="154305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D41E70-88DE-EF4B-A1B5-47847EE746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381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2" r:id="rId1"/>
    <p:sldLayoutId id="2147483843" r:id="rId2"/>
    <p:sldLayoutId id="2147483844" r:id="rId3"/>
    <p:sldLayoutId id="2147483845" r:id="rId4"/>
    <p:sldLayoutId id="2147483846" r:id="rId5"/>
    <p:sldLayoutId id="2147483847" r:id="rId6"/>
    <p:sldLayoutId id="2147483848" r:id="rId7"/>
    <p:sldLayoutId id="2147483849" r:id="rId8"/>
    <p:sldLayoutId id="2147483850" r:id="rId9"/>
    <p:sldLayoutId id="2147483851" r:id="rId10"/>
    <p:sldLayoutId id="2147483852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graph&#10;&#10;AI-generated content may be incorrect.">
            <a:extLst>
              <a:ext uri="{FF2B5EF4-FFF2-40B4-BE49-F238E27FC236}">
                <a16:creationId xmlns:a16="http://schemas.microsoft.com/office/drawing/2014/main" id="{480927A0-2791-C2B1-72B7-EDE5C7BD51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313" y="-13"/>
            <a:ext cx="6858000" cy="315163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3BA2CE8-4ED4-5429-B7A3-0D0A43DFF7A5}"/>
                  </a:ext>
                </a:extLst>
              </p:cNvPr>
              <p:cNvSpPr txBox="1"/>
              <p:nvPr/>
            </p:nvSpPr>
            <p:spPr>
              <a:xfrm>
                <a:off x="2669128" y="105321"/>
                <a:ext cx="1988457" cy="35394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850" b="1" dirty="0">
                    <a:solidFill>
                      <a:schemeClr val="tx1"/>
                    </a:solidFill>
                  </a:rPr>
                  <a:t>Median time to elimination (TTE) of female population (when PoE</a:t>
                </a:r>
                <a14:m>
                  <m:oMath xmlns:m="http://schemas.openxmlformats.org/officeDocument/2006/math">
                    <m:r>
                      <a:rPr lang="en-US" sz="85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850" b="1" dirty="0">
                    <a:solidFill>
                      <a:schemeClr val="tx1"/>
                    </a:solidFill>
                  </a:rPr>
                  <a:t>0.5)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3BA2CE8-4ED4-5429-B7A3-0D0A43DFF7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9128" y="105321"/>
                <a:ext cx="1988457" cy="353943"/>
              </a:xfrm>
              <a:prstGeom prst="rect">
                <a:avLst/>
              </a:prstGeom>
              <a:blipFill>
                <a:blip r:embed="rId4"/>
                <a:stretch>
                  <a:fillRect r="-637"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F74A57F5-600E-7038-1528-FA7D3BDDABD9}"/>
              </a:ext>
            </a:extLst>
          </p:cNvPr>
          <p:cNvSpPr txBox="1"/>
          <p:nvPr/>
        </p:nvSpPr>
        <p:spPr>
          <a:xfrm>
            <a:off x="3305689" y="2755238"/>
            <a:ext cx="8093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(in years)</a:t>
            </a:r>
          </a:p>
        </p:txBody>
      </p:sp>
      <p:pic>
        <p:nvPicPr>
          <p:cNvPr id="8" name="Picture 7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C7208FB4-7D97-7D8B-EE9F-7E26B7F22B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6" y="3374851"/>
            <a:ext cx="3163824" cy="2109217"/>
          </a:xfrm>
          <a:prstGeom prst="rect">
            <a:avLst/>
          </a:prstGeom>
        </p:spPr>
      </p:pic>
      <p:pic>
        <p:nvPicPr>
          <p:cNvPr id="9" name="Picture 8" descr="A graph with a red line and blue line&#10;&#10;AI-generated content may be incorrect.">
            <a:extLst>
              <a:ext uri="{FF2B5EF4-FFF2-40B4-BE49-F238E27FC236}">
                <a16:creationId xmlns:a16="http://schemas.microsoft.com/office/drawing/2014/main" id="{4F86CC34-8A93-EDDC-F69A-BEA3590B6A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7544" y="3374851"/>
            <a:ext cx="3519237" cy="211154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4F1F987-9CB4-72B5-BBE5-CA49BD9C6463}"/>
              </a:ext>
            </a:extLst>
          </p:cNvPr>
          <p:cNvSpPr txBox="1"/>
          <p:nvPr/>
        </p:nvSpPr>
        <p:spPr>
          <a:xfrm>
            <a:off x="-85483" y="3209396"/>
            <a:ext cx="297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D7D441-C561-480D-C31D-D2FC61369591}"/>
              </a:ext>
            </a:extLst>
          </p:cNvPr>
          <p:cNvSpPr txBox="1"/>
          <p:nvPr/>
        </p:nvSpPr>
        <p:spPr>
          <a:xfrm>
            <a:off x="3157550" y="3209396"/>
            <a:ext cx="297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D41FF5-6DE9-F56D-C94D-7706151985FC}"/>
              </a:ext>
            </a:extLst>
          </p:cNvPr>
          <p:cNvSpPr/>
          <p:nvPr/>
        </p:nvSpPr>
        <p:spPr>
          <a:xfrm>
            <a:off x="3318093" y="3503141"/>
            <a:ext cx="156435" cy="16629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780785-4440-876E-E22B-6D6134C76344}"/>
              </a:ext>
            </a:extLst>
          </p:cNvPr>
          <p:cNvSpPr txBox="1"/>
          <p:nvPr/>
        </p:nvSpPr>
        <p:spPr>
          <a:xfrm rot="16200000">
            <a:off x="2611834" y="4193237"/>
            <a:ext cx="1531190" cy="2098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Maximum Population Size</a:t>
            </a:r>
          </a:p>
        </p:txBody>
      </p:sp>
    </p:spTree>
    <p:extLst>
      <p:ext uri="{BB962C8B-B14F-4D97-AF65-F5344CB8AC3E}">
        <p14:creationId xmlns:p14="http://schemas.microsoft.com/office/powerpoint/2010/main" val="21108641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6479</TotalTime>
  <Words>26</Words>
  <Application>Microsoft Macintosh PowerPoint</Application>
  <PresentationFormat>Custom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Prateek Verma</dc:creator>
  <cp:lastModifiedBy>Prateek Verma</cp:lastModifiedBy>
  <cp:revision>117</cp:revision>
  <dcterms:created xsi:type="dcterms:W3CDTF">2025-06-10T01:48:20Z</dcterms:created>
  <dcterms:modified xsi:type="dcterms:W3CDTF">2026-05-04T23:08:49Z</dcterms:modified>
</cp:coreProperties>
</file>