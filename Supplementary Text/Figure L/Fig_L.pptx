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7" r:id="rId2"/>
  </p:sldIdLst>
  <p:sldSz cx="6858000" cy="2835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37"/>
    <p:restoredTop sz="94651"/>
  </p:normalViewPr>
  <p:slideViewPr>
    <p:cSldViewPr snapToGrid="0">
      <p:cViewPr varScale="1">
        <p:scale>
          <a:sx n="212" d="100"/>
          <a:sy n="212" d="100"/>
        </p:scale>
        <p:origin x="20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0BE6-459E-7541-A481-68662ABD79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03213" y="1143000"/>
            <a:ext cx="7464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37728-03D6-7C43-8E21-2F359F1D1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1pPr>
    <a:lvl2pPr marL="27432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2pPr>
    <a:lvl3pPr marL="54864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3pPr>
    <a:lvl4pPr marL="82296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4pPr>
    <a:lvl5pPr marL="109728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5pPr>
    <a:lvl6pPr marL="137160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6pPr>
    <a:lvl7pPr marL="164592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7pPr>
    <a:lvl8pPr marL="192024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8pPr>
    <a:lvl9pPr marL="2194560" algn="l" defTabSz="548640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C3A-984C-5914-AD9A-27DCDD7D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F59C2-388D-4F70-41CB-4A3D2D85C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483DB-70A8-AA3A-62DF-24CECDFD2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7EC2F-B3E6-ED73-3DB6-6F8B81E31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37728-03D6-7C43-8E21-2F359F1D19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9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464014"/>
            <a:ext cx="5143500" cy="987096"/>
          </a:xfrm>
        </p:spPr>
        <p:txBody>
          <a:bodyPr anchor="b"/>
          <a:lstStyle>
            <a:lvl1pPr algn="ctr">
              <a:defRPr sz="2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489176"/>
            <a:ext cx="5143500" cy="684535"/>
          </a:xfrm>
        </p:spPr>
        <p:txBody>
          <a:bodyPr/>
          <a:lstStyle>
            <a:lvl1pPr marL="0" indent="0" algn="ctr">
              <a:buNone/>
              <a:defRPr sz="992"/>
            </a:lvl1pPr>
            <a:lvl2pPr marL="189006" indent="0" algn="ctr">
              <a:buNone/>
              <a:defRPr sz="827"/>
            </a:lvl2pPr>
            <a:lvl3pPr marL="378013" indent="0" algn="ctr">
              <a:buNone/>
              <a:defRPr sz="744"/>
            </a:lvl3pPr>
            <a:lvl4pPr marL="567019" indent="0" algn="ctr">
              <a:buNone/>
              <a:defRPr sz="661"/>
            </a:lvl4pPr>
            <a:lvl5pPr marL="756026" indent="0" algn="ctr">
              <a:buNone/>
              <a:defRPr sz="661"/>
            </a:lvl5pPr>
            <a:lvl6pPr marL="945032" indent="0" algn="ctr">
              <a:buNone/>
              <a:defRPr sz="661"/>
            </a:lvl6pPr>
            <a:lvl7pPr marL="1134039" indent="0" algn="ctr">
              <a:buNone/>
              <a:defRPr sz="661"/>
            </a:lvl7pPr>
            <a:lvl8pPr marL="1323045" indent="0" algn="ctr">
              <a:buNone/>
              <a:defRPr sz="661"/>
            </a:lvl8pPr>
            <a:lvl9pPr marL="1512052" indent="0" algn="ctr">
              <a:buNone/>
              <a:defRPr sz="66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706850"/>
            <a:ext cx="5915025" cy="1179395"/>
          </a:xfrm>
        </p:spPr>
        <p:txBody>
          <a:bodyPr anchor="b"/>
          <a:lstStyle>
            <a:lvl1pPr>
              <a:defRPr sz="2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897403"/>
            <a:ext cx="5915025" cy="620216"/>
          </a:xfrm>
        </p:spPr>
        <p:txBody>
          <a:bodyPr/>
          <a:lstStyle>
            <a:lvl1pPr marL="0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1pPr>
            <a:lvl2pPr marL="189006" indent="0">
              <a:buNone/>
              <a:defRPr sz="827">
                <a:solidFill>
                  <a:schemeClr val="tx1">
                    <a:tint val="82000"/>
                  </a:schemeClr>
                </a:solidFill>
              </a:defRPr>
            </a:lvl2pPr>
            <a:lvl3pPr marL="378013" indent="0">
              <a:buNone/>
              <a:defRPr sz="744">
                <a:solidFill>
                  <a:schemeClr val="tx1">
                    <a:tint val="82000"/>
                  </a:schemeClr>
                </a:solidFill>
              </a:defRPr>
            </a:lvl3pPr>
            <a:lvl4pPr marL="567019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4pPr>
            <a:lvl5pPr marL="756026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5pPr>
            <a:lvl6pPr marL="945032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6pPr>
            <a:lvl7pPr marL="1134039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7pPr>
            <a:lvl8pPr marL="1323045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8pPr>
            <a:lvl9pPr marL="1512052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9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754761"/>
            <a:ext cx="2914650" cy="1798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754761"/>
            <a:ext cx="2914650" cy="1798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4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50952"/>
            <a:ext cx="5915025" cy="5480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695036"/>
            <a:ext cx="2901255" cy="340627"/>
          </a:xfrm>
        </p:spPr>
        <p:txBody>
          <a:bodyPr anchor="b"/>
          <a:lstStyle>
            <a:lvl1pPr marL="0" indent="0">
              <a:buNone/>
              <a:defRPr sz="992" b="1"/>
            </a:lvl1pPr>
            <a:lvl2pPr marL="189006" indent="0">
              <a:buNone/>
              <a:defRPr sz="827" b="1"/>
            </a:lvl2pPr>
            <a:lvl3pPr marL="378013" indent="0">
              <a:buNone/>
              <a:defRPr sz="744" b="1"/>
            </a:lvl3pPr>
            <a:lvl4pPr marL="567019" indent="0">
              <a:buNone/>
              <a:defRPr sz="661" b="1"/>
            </a:lvl4pPr>
            <a:lvl5pPr marL="756026" indent="0">
              <a:buNone/>
              <a:defRPr sz="661" b="1"/>
            </a:lvl5pPr>
            <a:lvl6pPr marL="945032" indent="0">
              <a:buNone/>
              <a:defRPr sz="661" b="1"/>
            </a:lvl6pPr>
            <a:lvl7pPr marL="1134039" indent="0">
              <a:buNone/>
              <a:defRPr sz="661" b="1"/>
            </a:lvl7pPr>
            <a:lvl8pPr marL="1323045" indent="0">
              <a:buNone/>
              <a:defRPr sz="661" b="1"/>
            </a:lvl8pPr>
            <a:lvl9pPr marL="1512052" indent="0">
              <a:buNone/>
              <a:defRPr sz="6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035663"/>
            <a:ext cx="2901255" cy="1523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695036"/>
            <a:ext cx="2915543" cy="340627"/>
          </a:xfrm>
        </p:spPr>
        <p:txBody>
          <a:bodyPr anchor="b"/>
          <a:lstStyle>
            <a:lvl1pPr marL="0" indent="0">
              <a:buNone/>
              <a:defRPr sz="992" b="1"/>
            </a:lvl1pPr>
            <a:lvl2pPr marL="189006" indent="0">
              <a:buNone/>
              <a:defRPr sz="827" b="1"/>
            </a:lvl2pPr>
            <a:lvl3pPr marL="378013" indent="0">
              <a:buNone/>
              <a:defRPr sz="744" b="1"/>
            </a:lvl3pPr>
            <a:lvl4pPr marL="567019" indent="0">
              <a:buNone/>
              <a:defRPr sz="661" b="1"/>
            </a:lvl4pPr>
            <a:lvl5pPr marL="756026" indent="0">
              <a:buNone/>
              <a:defRPr sz="661" b="1"/>
            </a:lvl5pPr>
            <a:lvl6pPr marL="945032" indent="0">
              <a:buNone/>
              <a:defRPr sz="661" b="1"/>
            </a:lvl6pPr>
            <a:lvl7pPr marL="1134039" indent="0">
              <a:buNone/>
              <a:defRPr sz="661" b="1"/>
            </a:lvl7pPr>
            <a:lvl8pPr marL="1323045" indent="0">
              <a:buNone/>
              <a:defRPr sz="661" b="1"/>
            </a:lvl8pPr>
            <a:lvl9pPr marL="1512052" indent="0">
              <a:buNone/>
              <a:defRPr sz="6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035663"/>
            <a:ext cx="2915543" cy="1523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46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6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89018"/>
            <a:ext cx="2211883" cy="661564"/>
          </a:xfrm>
        </p:spPr>
        <p:txBody>
          <a:bodyPr anchor="b"/>
          <a:lstStyle>
            <a:lvl1pPr>
              <a:defRPr sz="13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408227"/>
            <a:ext cx="3471863" cy="2014883"/>
          </a:xfrm>
        </p:spPr>
        <p:txBody>
          <a:bodyPr/>
          <a:lstStyle>
            <a:lvl1pPr>
              <a:defRPr sz="1323"/>
            </a:lvl1pPr>
            <a:lvl2pPr>
              <a:defRPr sz="1158"/>
            </a:lvl2pPr>
            <a:lvl3pPr>
              <a:defRPr sz="992"/>
            </a:lvl3pPr>
            <a:lvl4pPr>
              <a:defRPr sz="827"/>
            </a:lvl4pPr>
            <a:lvl5pPr>
              <a:defRPr sz="827"/>
            </a:lvl5pPr>
            <a:lvl6pPr>
              <a:defRPr sz="827"/>
            </a:lvl6pPr>
            <a:lvl7pPr>
              <a:defRPr sz="827"/>
            </a:lvl7pPr>
            <a:lvl8pPr>
              <a:defRPr sz="827"/>
            </a:lvl8pPr>
            <a:lvl9pPr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850583"/>
            <a:ext cx="2211883" cy="1575809"/>
          </a:xfrm>
        </p:spPr>
        <p:txBody>
          <a:bodyPr/>
          <a:lstStyle>
            <a:lvl1pPr marL="0" indent="0">
              <a:buNone/>
              <a:defRPr sz="661"/>
            </a:lvl1pPr>
            <a:lvl2pPr marL="189006" indent="0">
              <a:buNone/>
              <a:defRPr sz="579"/>
            </a:lvl2pPr>
            <a:lvl3pPr marL="378013" indent="0">
              <a:buNone/>
              <a:defRPr sz="496"/>
            </a:lvl3pPr>
            <a:lvl4pPr marL="567019" indent="0">
              <a:buNone/>
              <a:defRPr sz="413"/>
            </a:lvl4pPr>
            <a:lvl5pPr marL="756026" indent="0">
              <a:buNone/>
              <a:defRPr sz="413"/>
            </a:lvl5pPr>
            <a:lvl6pPr marL="945032" indent="0">
              <a:buNone/>
              <a:defRPr sz="413"/>
            </a:lvl6pPr>
            <a:lvl7pPr marL="1134039" indent="0">
              <a:buNone/>
              <a:defRPr sz="413"/>
            </a:lvl7pPr>
            <a:lvl8pPr marL="1323045" indent="0">
              <a:buNone/>
              <a:defRPr sz="413"/>
            </a:lvl8pPr>
            <a:lvl9pPr marL="1512052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89018"/>
            <a:ext cx="2211883" cy="661564"/>
          </a:xfrm>
        </p:spPr>
        <p:txBody>
          <a:bodyPr anchor="b"/>
          <a:lstStyle>
            <a:lvl1pPr>
              <a:defRPr sz="13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408227"/>
            <a:ext cx="3471863" cy="2014883"/>
          </a:xfrm>
        </p:spPr>
        <p:txBody>
          <a:bodyPr anchor="t"/>
          <a:lstStyle>
            <a:lvl1pPr marL="0" indent="0">
              <a:buNone/>
              <a:defRPr sz="1323"/>
            </a:lvl1pPr>
            <a:lvl2pPr marL="189006" indent="0">
              <a:buNone/>
              <a:defRPr sz="1158"/>
            </a:lvl2pPr>
            <a:lvl3pPr marL="378013" indent="0">
              <a:buNone/>
              <a:defRPr sz="992"/>
            </a:lvl3pPr>
            <a:lvl4pPr marL="567019" indent="0">
              <a:buNone/>
              <a:defRPr sz="827"/>
            </a:lvl4pPr>
            <a:lvl5pPr marL="756026" indent="0">
              <a:buNone/>
              <a:defRPr sz="827"/>
            </a:lvl5pPr>
            <a:lvl6pPr marL="945032" indent="0">
              <a:buNone/>
              <a:defRPr sz="827"/>
            </a:lvl6pPr>
            <a:lvl7pPr marL="1134039" indent="0">
              <a:buNone/>
              <a:defRPr sz="827"/>
            </a:lvl7pPr>
            <a:lvl8pPr marL="1323045" indent="0">
              <a:buNone/>
              <a:defRPr sz="827"/>
            </a:lvl8pPr>
            <a:lvl9pPr marL="1512052" indent="0">
              <a:buNone/>
              <a:defRPr sz="8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850583"/>
            <a:ext cx="2211883" cy="1575809"/>
          </a:xfrm>
        </p:spPr>
        <p:txBody>
          <a:bodyPr/>
          <a:lstStyle>
            <a:lvl1pPr marL="0" indent="0">
              <a:buNone/>
              <a:defRPr sz="661"/>
            </a:lvl1pPr>
            <a:lvl2pPr marL="189006" indent="0">
              <a:buNone/>
              <a:defRPr sz="579"/>
            </a:lvl2pPr>
            <a:lvl3pPr marL="378013" indent="0">
              <a:buNone/>
              <a:defRPr sz="496"/>
            </a:lvl3pPr>
            <a:lvl4pPr marL="567019" indent="0">
              <a:buNone/>
              <a:defRPr sz="413"/>
            </a:lvl4pPr>
            <a:lvl5pPr marL="756026" indent="0">
              <a:buNone/>
              <a:defRPr sz="413"/>
            </a:lvl5pPr>
            <a:lvl6pPr marL="945032" indent="0">
              <a:buNone/>
              <a:defRPr sz="413"/>
            </a:lvl6pPr>
            <a:lvl7pPr marL="1134039" indent="0">
              <a:buNone/>
              <a:defRPr sz="413"/>
            </a:lvl7pPr>
            <a:lvl8pPr marL="1323045" indent="0">
              <a:buNone/>
              <a:defRPr sz="413"/>
            </a:lvl8pPr>
            <a:lvl9pPr marL="1512052" indent="0">
              <a:buNone/>
              <a:defRPr sz="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16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50952"/>
            <a:ext cx="1478756" cy="24027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50952"/>
            <a:ext cx="4350544" cy="24027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8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50952"/>
            <a:ext cx="5915025" cy="548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754761"/>
            <a:ext cx="5915025" cy="179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2627880"/>
            <a:ext cx="1543050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D2275-2AC7-4942-88C7-9F128DC0ECF2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627880"/>
            <a:ext cx="2314575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627880"/>
            <a:ext cx="1543050" cy="150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18147-FCF4-9B40-902D-935280BC4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78013" rtl="0" eaLnBrk="1" latinLnBrk="0" hangingPunct="1">
        <a:lnSpc>
          <a:spcPct val="90000"/>
        </a:lnSpc>
        <a:spcBef>
          <a:spcPct val="0"/>
        </a:spcBef>
        <a:buNone/>
        <a:defRPr sz="18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503" indent="-94503" algn="l" defTabSz="378013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158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472516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827" kern="1200">
          <a:solidFill>
            <a:schemeClr val="tx1"/>
          </a:solidFill>
          <a:latin typeface="+mn-lt"/>
          <a:ea typeface="+mn-ea"/>
          <a:cs typeface="+mn-cs"/>
        </a:defRPr>
      </a:lvl3pPr>
      <a:lvl4pPr marL="661523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4pPr>
      <a:lvl5pPr marL="850529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5pPr>
      <a:lvl6pPr marL="1039536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6pPr>
      <a:lvl7pPr marL="1228542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7pPr>
      <a:lvl8pPr marL="1417549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8pPr>
      <a:lvl9pPr marL="1606555" indent="-94503" algn="l" defTabSz="378013" rtl="0" eaLnBrk="1" latinLnBrk="0" hangingPunct="1">
        <a:lnSpc>
          <a:spcPct val="90000"/>
        </a:lnSpc>
        <a:spcBef>
          <a:spcPts val="207"/>
        </a:spcBef>
        <a:buFont typeface="Arial" panose="020B0604020202020204" pitchFamily="34" charset="0"/>
        <a:buChar char="•"/>
        <a:defRPr sz="7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1pPr>
      <a:lvl2pPr marL="189006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2pPr>
      <a:lvl3pPr marL="378013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3pPr>
      <a:lvl4pPr marL="567019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4pPr>
      <a:lvl5pPr marL="756026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5pPr>
      <a:lvl6pPr marL="945032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6pPr>
      <a:lvl7pPr marL="1134039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7pPr>
      <a:lvl8pPr marL="1323045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8pPr>
      <a:lvl9pPr marL="1512052" algn="l" defTabSz="378013" rtl="0" eaLnBrk="1" latinLnBrk="0" hangingPunct="1">
        <a:defRPr sz="7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C380-D87D-9D89-8DC2-E2D30A18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61F227-7433-F305-3D84-F081D54FA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" y="0"/>
            <a:ext cx="6804660" cy="283527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8811570-6F62-0ED9-0035-563CDC1080FC}"/>
              </a:ext>
            </a:extLst>
          </p:cNvPr>
          <p:cNvGrpSpPr/>
          <p:nvPr/>
        </p:nvGrpSpPr>
        <p:grpSpPr>
          <a:xfrm>
            <a:off x="4985106" y="545123"/>
            <a:ext cx="1724153" cy="745581"/>
            <a:chOff x="4759473" y="545123"/>
            <a:chExt cx="1724153" cy="74558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BDC613-9A5B-88B5-C90B-81571E1C8D7B}"/>
                </a:ext>
              </a:extLst>
            </p:cNvPr>
            <p:cNvSpPr/>
            <p:nvPr/>
          </p:nvSpPr>
          <p:spPr>
            <a:xfrm>
              <a:off x="5070995" y="545123"/>
              <a:ext cx="1412631" cy="4806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78C176A-DD2D-4903-C75C-F2F1D8102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2361" t="20095" r="24820" b="64323"/>
            <a:stretch>
              <a:fillRect/>
            </a:stretch>
          </p:blipFill>
          <p:spPr>
            <a:xfrm>
              <a:off x="4759473" y="573260"/>
              <a:ext cx="311522" cy="71744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6BD012-4904-0536-EC9B-24B62BEFB510}"/>
                </a:ext>
              </a:extLst>
            </p:cNvPr>
            <p:cNvSpPr txBox="1"/>
            <p:nvPr/>
          </p:nvSpPr>
          <p:spPr>
            <a:xfrm>
              <a:off x="4980839" y="622066"/>
              <a:ext cx="11355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YLE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06DA8F6-81EC-3C2B-5814-72ED3B9DA752}"/>
                    </a:ext>
                  </a:extLst>
                </p:cNvPr>
                <p:cNvSpPr txBox="1"/>
                <p:nvPr/>
              </p:nvSpPr>
              <p:spPr>
                <a:xfrm>
                  <a:off x="4980839" y="813986"/>
                  <a:ext cx="150278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Boosted YLE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9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9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US" sz="9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𝑋𝑆</m:t>
                          </m:r>
                        </m:sub>
                      </m:sSub>
                      <m:r>
                        <a:rPr lang="en-US" sz="9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=0.8</m:t>
                      </m:r>
                    </m:oMath>
                  </a14:m>
                  <a:r>
                    <a:rPr lang="en-US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06DA8F6-81EC-3C2B-5814-72ED3B9DA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839" y="813986"/>
                  <a:ext cx="1502787" cy="230832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8271B97-383E-528F-A77A-A09C68FC6793}"/>
                    </a:ext>
                  </a:extLst>
                </p:cNvPr>
                <p:cNvSpPr txBox="1"/>
                <p:nvPr/>
              </p:nvSpPr>
              <p:spPr>
                <a:xfrm>
                  <a:off x="4980839" y="1019831"/>
                  <a:ext cx="150278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Boosted YLE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9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9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US" sz="9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𝑋𝑆</m:t>
                          </m:r>
                        </m:sub>
                      </m:sSub>
                      <m:r>
                        <a:rPr lang="en-US" sz="9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=0.5</m:t>
                      </m:r>
                    </m:oMath>
                  </a14:m>
                  <a:r>
                    <a:rPr lang="en-US" sz="9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8271B97-383E-528F-A77A-A09C68FC6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0839" y="1019831"/>
                  <a:ext cx="1502787" cy="230832"/>
                </a:xfrm>
                <a:prstGeom prst="rect">
                  <a:avLst/>
                </a:prstGeom>
                <a:blipFill>
                  <a:blip r:embed="rId6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216E7-5B7E-E54F-DCEE-9C8AC1CFA4A1}"/>
              </a:ext>
            </a:extLst>
          </p:cNvPr>
          <p:cNvSpPr/>
          <p:nvPr/>
        </p:nvSpPr>
        <p:spPr>
          <a:xfrm>
            <a:off x="3906982" y="2186958"/>
            <a:ext cx="148739" cy="1406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1B989-5803-117E-1AAC-C1E49884F947}"/>
              </a:ext>
            </a:extLst>
          </p:cNvPr>
          <p:cNvSpPr txBox="1"/>
          <p:nvPr/>
        </p:nvSpPr>
        <p:spPr>
          <a:xfrm flipH="1">
            <a:off x="3901044" y="2108642"/>
            <a:ext cx="1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40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17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Verma</dc:creator>
  <cp:lastModifiedBy>Prateek Verma</cp:lastModifiedBy>
  <cp:revision>6</cp:revision>
  <dcterms:created xsi:type="dcterms:W3CDTF">2026-05-01T01:25:11Z</dcterms:created>
  <dcterms:modified xsi:type="dcterms:W3CDTF">2026-05-05T23:36:35Z</dcterms:modified>
</cp:coreProperties>
</file>