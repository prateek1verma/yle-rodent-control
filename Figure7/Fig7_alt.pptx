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98" r:id="rId2"/>
  </p:sldIdLst>
  <p:sldSz cx="13716000" cy="868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DF5327"/>
    <a:srgbClr val="E41A1C"/>
    <a:srgbClr val="929292"/>
    <a:srgbClr val="984E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/>
    <p:restoredTop sz="94018"/>
  </p:normalViewPr>
  <p:slideViewPr>
    <p:cSldViewPr snapToGrid="0" showGuides="1">
      <p:cViewPr varScale="1">
        <p:scale>
          <a:sx n="87" d="100"/>
          <a:sy n="87" d="100"/>
        </p:scale>
        <p:origin x="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EB425-0E8E-0545-B121-6D679B1A448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143000"/>
            <a:ext cx="4873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3CEF6-E62B-954A-B86F-4D0637931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40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87AC-050A-A2B1-F8C8-C0D56B3C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42429-BAF2-88F0-3233-1D40CC3AA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6E7FB-8253-1A5D-90A7-19D18BF55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47B92-5C6C-05E9-76DC-2AD1542AC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3CEF6-E62B-954A-B86F-4D063793110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421660"/>
            <a:ext cx="10287000" cy="3024293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562581"/>
            <a:ext cx="10287000" cy="2097299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8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10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2165669"/>
            <a:ext cx="11830050" cy="3613467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5813320"/>
            <a:ext cx="11830050" cy="1900237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8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312458"/>
            <a:ext cx="582930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312458"/>
            <a:ext cx="5829300" cy="5511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9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62493"/>
            <a:ext cx="11830050" cy="16790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2129473"/>
            <a:ext cx="5802510" cy="104362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3173095"/>
            <a:ext cx="5802510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129473"/>
            <a:ext cx="5831087" cy="104362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173095"/>
            <a:ext cx="5831087" cy="46671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0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6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4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79120"/>
            <a:ext cx="4423767" cy="202692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250739"/>
            <a:ext cx="6943725" cy="617325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606040"/>
            <a:ext cx="4423767" cy="4828011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2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579120"/>
            <a:ext cx="4423767" cy="202692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250739"/>
            <a:ext cx="6943725" cy="6173258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606040"/>
            <a:ext cx="4423767" cy="4828011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8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36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462492"/>
            <a:ext cx="2957513" cy="73616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462492"/>
            <a:ext cx="8701088" cy="73616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8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62493"/>
            <a:ext cx="11830050" cy="1679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312458"/>
            <a:ext cx="11830050" cy="5511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051377"/>
            <a:ext cx="308610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14821A-07CF-1948-A337-32FB7FF5C3C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051377"/>
            <a:ext cx="462915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051377"/>
            <a:ext cx="3086100" cy="4624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7D262-2670-6340-AFC7-A1522DC96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1DBA-E000-0A45-1368-E5BB6801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18F53DB6-7192-6AAD-040D-D389DF5B7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9" t="3506" r="1743" b="7536"/>
          <a:stretch>
            <a:fillRect/>
          </a:stretch>
        </p:blipFill>
        <p:spPr>
          <a:xfrm>
            <a:off x="-1" y="518894"/>
            <a:ext cx="7302815" cy="5755635"/>
          </a:xfrm>
          <a:prstGeom prst="rect">
            <a:avLst/>
          </a:prstGeom>
        </p:spPr>
      </p:pic>
      <p:sp>
        <p:nvSpPr>
          <p:cNvPr id="2" name="Off-page Connector 1">
            <a:extLst>
              <a:ext uri="{FF2B5EF4-FFF2-40B4-BE49-F238E27FC236}">
                <a16:creationId xmlns:a16="http://schemas.microsoft.com/office/drawing/2014/main" id="{981B099B-F180-A985-0C5B-CCB99DEE84C4}"/>
              </a:ext>
            </a:extLst>
          </p:cNvPr>
          <p:cNvSpPr/>
          <p:nvPr/>
        </p:nvSpPr>
        <p:spPr>
          <a:xfrm rot="5400000">
            <a:off x="8549386" y="32018"/>
            <a:ext cx="1097280" cy="2423676"/>
          </a:xfrm>
          <a:prstGeom prst="flowChartOffpageConnecto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ff-page Connector 2">
            <a:extLst>
              <a:ext uri="{FF2B5EF4-FFF2-40B4-BE49-F238E27FC236}">
                <a16:creationId xmlns:a16="http://schemas.microsoft.com/office/drawing/2014/main" id="{62D95FA9-6F93-C6AF-CEED-39AF51AFC57B}"/>
              </a:ext>
            </a:extLst>
          </p:cNvPr>
          <p:cNvSpPr/>
          <p:nvPr/>
        </p:nvSpPr>
        <p:spPr>
          <a:xfrm rot="5400000">
            <a:off x="11292235" y="425281"/>
            <a:ext cx="1992225" cy="2705403"/>
          </a:xfrm>
          <a:prstGeom prst="flowChartOffpageConnecto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ff-page Connector 3">
            <a:extLst>
              <a:ext uri="{FF2B5EF4-FFF2-40B4-BE49-F238E27FC236}">
                <a16:creationId xmlns:a16="http://schemas.microsoft.com/office/drawing/2014/main" id="{D0074AAF-7B60-34AF-D680-7B879FDD0D09}"/>
              </a:ext>
            </a:extLst>
          </p:cNvPr>
          <p:cNvSpPr/>
          <p:nvPr/>
        </p:nvSpPr>
        <p:spPr>
          <a:xfrm rot="5400000">
            <a:off x="10670029" y="-848833"/>
            <a:ext cx="1897876" cy="4029160"/>
          </a:xfrm>
          <a:prstGeom prst="flowChartOffpageConnector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FAEA91-8F14-690D-A413-95327382A875}"/>
              </a:ext>
            </a:extLst>
          </p:cNvPr>
          <p:cNvSpPr/>
          <p:nvPr/>
        </p:nvSpPr>
        <p:spPr>
          <a:xfrm>
            <a:off x="8153619" y="907209"/>
            <a:ext cx="560095" cy="589878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14C3E-A7BC-FCDB-E5D6-7C02F3EDF66B}"/>
              </a:ext>
            </a:extLst>
          </p:cNvPr>
          <p:cNvSpPr txBox="1"/>
          <p:nvPr/>
        </p:nvSpPr>
        <p:spPr>
          <a:xfrm>
            <a:off x="8244377" y="1017482"/>
            <a:ext cx="82413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r"/>
            <a:r>
              <a:rPr lang="en-US" spc="300" dirty="0" err="1"/>
              <a:t>yMW</a:t>
            </a:r>
            <a:endParaRPr lang="en-US" spc="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B637A-B3ED-42C9-370B-9AF1030D03F3}"/>
              </a:ext>
            </a:extLst>
          </p:cNvPr>
          <p:cNvSpPr txBox="1"/>
          <p:nvPr/>
        </p:nvSpPr>
        <p:spPr>
          <a:xfrm>
            <a:off x="12721699" y="502458"/>
            <a:ext cx="8570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pc="300" dirty="0" err="1"/>
              <a:t>yMM</a:t>
            </a:r>
            <a:endParaRPr lang="en-US" spc="3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F1CB1C-FDD2-C5B5-C6AE-8049A6EBD97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9068508" y="1202148"/>
            <a:ext cx="654302" cy="17898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D91027-C36D-721F-1E69-B9F76CB8136C}"/>
              </a:ext>
            </a:extLst>
          </p:cNvPr>
          <p:cNvSpPr txBox="1"/>
          <p:nvPr/>
        </p:nvSpPr>
        <p:spPr>
          <a:xfrm>
            <a:off x="9722810" y="1035380"/>
            <a:ext cx="739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cut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F09C1-A2ED-8C58-F6E5-563F8CB4A19F}"/>
              </a:ext>
            </a:extLst>
          </p:cNvPr>
          <p:cNvSpPr txBox="1"/>
          <p:nvPr/>
        </p:nvSpPr>
        <p:spPr>
          <a:xfrm>
            <a:off x="11286028" y="514210"/>
            <a:ext cx="73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HDR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8E287-B1A4-BF88-44F3-EA0996180AB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0462622" y="698876"/>
            <a:ext cx="823406" cy="52117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027100-B6CB-90EE-FD5E-5E7A864A413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10462622" y="1220046"/>
            <a:ext cx="823406" cy="564556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AC751D-CE67-209F-25C1-7B48CA20508C}"/>
              </a:ext>
            </a:extLst>
          </p:cNvPr>
          <p:cNvSpPr txBox="1"/>
          <p:nvPr/>
        </p:nvSpPr>
        <p:spPr>
          <a:xfrm>
            <a:off x="11286028" y="1599936"/>
            <a:ext cx="80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NHEJ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45264D-BE15-F684-C33D-B464856DF7C6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 flipV="1">
            <a:off x="12025841" y="687124"/>
            <a:ext cx="695858" cy="11752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24250E-13E8-6376-9ABA-A3903872AEF1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12086250" y="1328963"/>
            <a:ext cx="635449" cy="455639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BAA6A3-3603-C683-DA17-D9EEC10B5CC1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12086250" y="1784602"/>
            <a:ext cx="635449" cy="537395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637AFBF-1D1D-7715-1B5E-6C529B10208A}"/>
              </a:ext>
            </a:extLst>
          </p:cNvPr>
          <p:cNvSpPr txBox="1"/>
          <p:nvPr/>
        </p:nvSpPr>
        <p:spPr>
          <a:xfrm>
            <a:off x="12721699" y="1144297"/>
            <a:ext cx="7791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pc="300" dirty="0" err="1"/>
              <a:t>yME</a:t>
            </a:r>
            <a:endParaRPr lang="en-US" spc="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868BE0-2402-49FD-6BA9-8206F4783D8B}"/>
              </a:ext>
            </a:extLst>
          </p:cNvPr>
          <p:cNvSpPr txBox="1"/>
          <p:nvPr/>
        </p:nvSpPr>
        <p:spPr>
          <a:xfrm>
            <a:off x="12721699" y="2137331"/>
            <a:ext cx="77916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pc="300" dirty="0" err="1"/>
              <a:t>yMV</a:t>
            </a:r>
            <a:endParaRPr lang="en-US" spc="3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2F0BCB-A0D8-7418-6F95-38F834417DE3}"/>
              </a:ext>
            </a:extLst>
          </p:cNvPr>
          <p:cNvCxnSpPr>
            <a:cxnSpLocks/>
          </p:cNvCxnSpPr>
          <p:nvPr/>
        </p:nvCxnSpPr>
        <p:spPr>
          <a:xfrm rot="2700000">
            <a:off x="8672259" y="1053693"/>
            <a:ext cx="27486" cy="0"/>
          </a:xfrm>
          <a:prstGeom prst="straightConnector1">
            <a:avLst/>
          </a:prstGeom>
          <a:ln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4C39EC-BF6D-6EC2-AFBD-A06B916F882D}"/>
                  </a:ext>
                </a:extLst>
              </p:cNvPr>
              <p:cNvSpPr txBox="1"/>
              <p:nvPr/>
            </p:nvSpPr>
            <p:spPr>
              <a:xfrm>
                <a:off x="10720782" y="1183595"/>
                <a:ext cx="524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C4C39EC-BF6D-6EC2-AFBD-A06B916F8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782" y="1183595"/>
                <a:ext cx="52465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06F40A-6835-5465-1D39-3723EB1B9057}"/>
                  </a:ext>
                </a:extLst>
              </p:cNvPr>
              <p:cNvSpPr txBox="1"/>
              <p:nvPr/>
            </p:nvSpPr>
            <p:spPr>
              <a:xfrm>
                <a:off x="7457516" y="781869"/>
                <a:ext cx="763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06F40A-6835-5465-1D39-3723EB1B9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7516" y="781869"/>
                <a:ext cx="7639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FFBFAD-7821-A3A9-924C-970C94D74155}"/>
                  </a:ext>
                </a:extLst>
              </p:cNvPr>
              <p:cNvSpPr txBox="1"/>
              <p:nvPr/>
            </p:nvSpPr>
            <p:spPr>
              <a:xfrm>
                <a:off x="8988888" y="872099"/>
                <a:ext cx="763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4FFBFAD-7821-A3A9-924C-970C94D74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888" y="872099"/>
                <a:ext cx="7639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47C92D-203E-4CB6-9368-3892D61FFDDC}"/>
                  </a:ext>
                </a:extLst>
              </p:cNvPr>
              <p:cNvSpPr txBox="1"/>
              <p:nvPr/>
            </p:nvSpPr>
            <p:spPr>
              <a:xfrm>
                <a:off x="10286502" y="597203"/>
                <a:ext cx="727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47C92D-203E-4CB6-9368-3892D61FF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502" y="597203"/>
                <a:ext cx="727649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9F04F8-3772-C852-C0D1-8E76968CC216}"/>
                  </a:ext>
                </a:extLst>
              </p:cNvPr>
              <p:cNvSpPr txBox="1"/>
              <p:nvPr/>
            </p:nvSpPr>
            <p:spPr>
              <a:xfrm>
                <a:off x="11871697" y="1107718"/>
                <a:ext cx="727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9F04F8-3772-C852-C0D1-8E76968CC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697" y="1107718"/>
                <a:ext cx="727649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2B5094-D4DE-E69E-10F0-E658D0A77E87}"/>
                  </a:ext>
                </a:extLst>
              </p:cNvPr>
              <p:cNvSpPr txBox="1"/>
              <p:nvPr/>
            </p:nvSpPr>
            <p:spPr>
              <a:xfrm>
                <a:off x="11918725" y="1942466"/>
                <a:ext cx="727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2B5094-D4DE-E69E-10F0-E658D0A77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725" y="1942466"/>
                <a:ext cx="727649" cy="369332"/>
              </a:xfrm>
              <a:prstGeom prst="rect">
                <a:avLst/>
              </a:prstGeom>
              <a:blipFill>
                <a:blip r:embed="rId9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81B8E4CD-224E-FF7A-EB7F-2ECF75D36C92}"/>
                  </a:ext>
                </a:extLst>
              </p:cNvPr>
              <p:cNvSpPr txBox="1"/>
              <p:nvPr/>
            </p:nvSpPr>
            <p:spPr>
              <a:xfrm>
                <a:off x="-195210" y="417341"/>
                <a:ext cx="222979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b="1" dirty="0">
                    <a:solidFill>
                      <a:schemeClr val="accent3"/>
                    </a:solidFill>
                  </a:rPr>
                  <a:t>Nursing</a:t>
                </a:r>
              </a:p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𝑁𝑢𝑟𝑠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=23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days</m:t>
                    </m:r>
                  </m:oMath>
                </a14:m>
                <a:r>
                  <a:rPr lang="en-US" sz="2000" i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81B8E4CD-224E-FF7A-EB7F-2ECF75D36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5210" y="417341"/>
                <a:ext cx="2229793" cy="707886"/>
              </a:xfrm>
              <a:prstGeom prst="rect">
                <a:avLst/>
              </a:prstGeom>
              <a:blipFill>
                <a:blip r:embed="rId10"/>
                <a:stretch>
                  <a:fillRect t="-3509" r="-282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C604B800-FDD0-8254-FED1-D55818B0FE22}"/>
                  </a:ext>
                </a:extLst>
              </p:cNvPr>
              <p:cNvSpPr txBox="1"/>
              <p:nvPr/>
            </p:nvSpPr>
            <p:spPr>
              <a:xfrm>
                <a:off x="3911131" y="3702547"/>
                <a:ext cx="19026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3"/>
                    </a:solidFill>
                  </a:rPr>
                  <a:t>Gestating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𝐺𝑒𝑠𝑡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=19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days</m:t>
                    </m:r>
                  </m:oMath>
                </a14:m>
                <a:r>
                  <a:rPr lang="en-US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C604B800-FDD0-8254-FED1-D55818B0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131" y="3702547"/>
                <a:ext cx="1902651" cy="707886"/>
              </a:xfrm>
              <a:prstGeom prst="rect">
                <a:avLst/>
              </a:prstGeom>
              <a:blipFill>
                <a:blip r:embed="rId11"/>
                <a:stretch>
                  <a:fillRect l="-4000" t="-5263" r="-667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D6E0EB88-06C2-557E-C6FD-F6C8400C9C02}"/>
                  </a:ext>
                </a:extLst>
              </p:cNvPr>
              <p:cNvSpPr txBox="1"/>
              <p:nvPr/>
            </p:nvSpPr>
            <p:spPr>
              <a:xfrm>
                <a:off x="993105" y="5498312"/>
                <a:ext cx="20237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3"/>
                    </a:solidFill>
                  </a:rPr>
                  <a:t>Adult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𝐴𝑑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=690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days</m:t>
                    </m:r>
                  </m:oMath>
                </a14:m>
                <a:r>
                  <a:rPr lang="en-US" sz="2000" i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D6E0EB88-06C2-557E-C6FD-F6C8400C9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105" y="5498312"/>
                <a:ext cx="2023774" cy="707886"/>
              </a:xfrm>
              <a:prstGeom prst="rect">
                <a:avLst/>
              </a:prstGeom>
              <a:blipFill>
                <a:blip r:embed="rId12"/>
                <a:stretch>
                  <a:fillRect l="-3750" t="-3509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7C663289-8909-5DC1-83FF-7E805B85D2F8}"/>
                  </a:ext>
                </a:extLst>
              </p:cNvPr>
              <p:cNvSpPr txBox="1"/>
              <p:nvPr/>
            </p:nvSpPr>
            <p:spPr>
              <a:xfrm>
                <a:off x="1126951" y="3376596"/>
                <a:ext cx="19119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3"/>
                    </a:solidFill>
                  </a:rPr>
                  <a:t>Adolescent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𝐴𝑑𝑜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=37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days</m:t>
                    </m:r>
                  </m:oMath>
                </a14:m>
                <a:r>
                  <a:rPr lang="en-US" sz="2000" i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7C663289-8909-5DC1-83FF-7E805B85D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51" y="3376596"/>
                <a:ext cx="1911999" cy="707886"/>
              </a:xfrm>
              <a:prstGeom prst="rect">
                <a:avLst/>
              </a:prstGeom>
              <a:blipFill>
                <a:blip r:embed="rId13"/>
                <a:stretch>
                  <a:fillRect l="-3289" t="-3509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615FDCCD-11A4-802B-A28E-4D8D4FFAD7FF}"/>
                  </a:ext>
                </a:extLst>
              </p:cNvPr>
              <p:cNvSpPr txBox="1"/>
              <p:nvPr/>
            </p:nvSpPr>
            <p:spPr>
              <a:xfrm>
                <a:off x="125556" y="6964792"/>
                <a:ext cx="3874063" cy="1554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u="sng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 relevant parameters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: Adult carrying capacity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𝐴𝑑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: Density independent mortality  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: Shape parameter of density dependent mortality </a:t>
                </a:r>
              </a:p>
            </p:txBody>
          </p:sp>
        </mc:Choice>
        <mc:Fallback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615FDCCD-11A4-802B-A28E-4D8D4FFA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56" y="6964792"/>
                <a:ext cx="3874063" cy="1554272"/>
              </a:xfrm>
              <a:prstGeom prst="rect">
                <a:avLst/>
              </a:prstGeom>
              <a:blipFill>
                <a:blip r:embed="rId14"/>
                <a:stretch>
                  <a:fillRect l="-1639" t="-1626" r="-2951" b="-5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TextBox 281">
            <a:extLst>
              <a:ext uri="{FF2B5EF4-FFF2-40B4-BE49-F238E27FC236}">
                <a16:creationId xmlns:a16="http://schemas.microsoft.com/office/drawing/2014/main" id="{EACF82FC-6DF1-EC1B-F57E-0BA8DA7DFB61}"/>
              </a:ext>
            </a:extLst>
          </p:cNvPr>
          <p:cNvSpPr txBox="1"/>
          <p:nvPr/>
        </p:nvSpPr>
        <p:spPr>
          <a:xfrm>
            <a:off x="7504" y="0"/>
            <a:ext cx="478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586A919B-9B75-E2A3-8770-D57BEDA85852}"/>
              </a:ext>
            </a:extLst>
          </p:cNvPr>
          <p:cNvSpPr txBox="1"/>
          <p:nvPr/>
        </p:nvSpPr>
        <p:spPr>
          <a:xfrm>
            <a:off x="7466830" y="0"/>
            <a:ext cx="478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8CF55FA-15CD-90D0-1EAD-30D676628E8D}"/>
              </a:ext>
            </a:extLst>
          </p:cNvPr>
          <p:cNvSpPr txBox="1"/>
          <p:nvPr/>
        </p:nvSpPr>
        <p:spPr>
          <a:xfrm>
            <a:off x="7466830" y="3980031"/>
            <a:ext cx="478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A6065DF-8D8D-9649-A3F8-587E688D5E87}"/>
              </a:ext>
            </a:extLst>
          </p:cNvPr>
          <p:cNvSpPr txBox="1"/>
          <p:nvPr/>
        </p:nvSpPr>
        <p:spPr>
          <a:xfrm>
            <a:off x="7970068" y="3159083"/>
            <a:ext cx="3192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M can be either E or V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4C90E0C-6620-7982-2B56-F1EECC1C360B}"/>
              </a:ext>
            </a:extLst>
          </p:cNvPr>
          <p:cNvGrpSpPr/>
          <p:nvPr/>
        </p:nvGrpSpPr>
        <p:grpSpPr>
          <a:xfrm>
            <a:off x="7748810" y="5877893"/>
            <a:ext cx="3277954" cy="1569311"/>
            <a:chOff x="7764308" y="5195373"/>
            <a:chExt cx="3277954" cy="1569311"/>
          </a:xfrm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2E6EE870-CDBB-605D-0845-22F9EF3F9CD6}"/>
                </a:ext>
              </a:extLst>
            </p:cNvPr>
            <p:cNvGrpSpPr/>
            <p:nvPr/>
          </p:nvGrpSpPr>
          <p:grpSpPr>
            <a:xfrm>
              <a:off x="7764308" y="5390317"/>
              <a:ext cx="3277954" cy="1242221"/>
              <a:chOff x="7780171" y="7058348"/>
              <a:chExt cx="3277954" cy="1242221"/>
            </a:xfrm>
          </p:grpSpPr>
          <p:sp>
            <p:nvSpPr>
              <p:cNvPr id="176" name="Rounded Rectangle 175">
                <a:extLst>
                  <a:ext uri="{FF2B5EF4-FFF2-40B4-BE49-F238E27FC236}">
                    <a16:creationId xmlns:a16="http://schemas.microsoft.com/office/drawing/2014/main" id="{C5BD2ACA-4703-13FA-5A76-7B6A93844851}"/>
                  </a:ext>
                </a:extLst>
              </p:cNvPr>
              <p:cNvSpPr/>
              <p:nvPr/>
            </p:nvSpPr>
            <p:spPr>
              <a:xfrm>
                <a:off x="9754195" y="7391078"/>
                <a:ext cx="654112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ounded Rectangle 176">
                <a:extLst>
                  <a:ext uri="{FF2B5EF4-FFF2-40B4-BE49-F238E27FC236}">
                    <a16:creationId xmlns:a16="http://schemas.microsoft.com/office/drawing/2014/main" id="{72B58CF5-84D1-18AE-18AF-93F63ABD7CE1}"/>
                  </a:ext>
                </a:extLst>
              </p:cNvPr>
              <p:cNvSpPr/>
              <p:nvPr/>
            </p:nvSpPr>
            <p:spPr>
              <a:xfrm>
                <a:off x="10404013" y="7395374"/>
                <a:ext cx="654112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EC5965C9-0067-0A24-8AA2-09AB1F2F5DD1}"/>
                  </a:ext>
                </a:extLst>
              </p:cNvPr>
              <p:cNvSpPr/>
              <p:nvPr/>
            </p:nvSpPr>
            <p:spPr>
              <a:xfrm>
                <a:off x="9754195" y="7662102"/>
                <a:ext cx="654112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4653EAD2-5034-4247-4AF7-197D8CE72669}"/>
                  </a:ext>
                </a:extLst>
              </p:cNvPr>
              <p:cNvSpPr/>
              <p:nvPr/>
            </p:nvSpPr>
            <p:spPr>
              <a:xfrm>
                <a:off x="10404013" y="7662102"/>
                <a:ext cx="654112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ounded Rectangle 179">
                <a:extLst>
                  <a:ext uri="{FF2B5EF4-FFF2-40B4-BE49-F238E27FC236}">
                    <a16:creationId xmlns:a16="http://schemas.microsoft.com/office/drawing/2014/main" id="{C6A678AA-8B4F-1710-BD6D-B44C2A3AD7C5}"/>
                  </a:ext>
                </a:extLst>
              </p:cNvPr>
              <p:cNvSpPr/>
              <p:nvPr/>
            </p:nvSpPr>
            <p:spPr>
              <a:xfrm>
                <a:off x="9333492" y="7395374"/>
                <a:ext cx="253046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AC4F56E7-E0FF-809B-6C47-22DCA09CB2D3}"/>
                  </a:ext>
                </a:extLst>
              </p:cNvPr>
              <p:cNvSpPr/>
              <p:nvPr/>
            </p:nvSpPr>
            <p:spPr>
              <a:xfrm>
                <a:off x="8679608" y="7399671"/>
                <a:ext cx="654112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ounded Rectangle 181">
                <a:extLst>
                  <a:ext uri="{FF2B5EF4-FFF2-40B4-BE49-F238E27FC236}">
                    <a16:creationId xmlns:a16="http://schemas.microsoft.com/office/drawing/2014/main" id="{FD38E4EE-3D4A-F88C-204A-F3366DC8135D}"/>
                  </a:ext>
                </a:extLst>
              </p:cNvPr>
              <p:cNvSpPr/>
              <p:nvPr/>
            </p:nvSpPr>
            <p:spPr>
              <a:xfrm>
                <a:off x="9142102" y="7666398"/>
                <a:ext cx="253046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ounded Rectangle 182">
                <a:extLst>
                  <a:ext uri="{FF2B5EF4-FFF2-40B4-BE49-F238E27FC236}">
                    <a16:creationId xmlns:a16="http://schemas.microsoft.com/office/drawing/2014/main" id="{37E3D341-72E1-1757-089C-C717DC6B6A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79608" y="7666398"/>
                <a:ext cx="457200" cy="18188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521823B7-4770-2814-CDF7-D81558F148E6}"/>
                  </a:ext>
                </a:extLst>
              </p:cNvPr>
              <p:cNvSpPr/>
              <p:nvPr/>
            </p:nvSpPr>
            <p:spPr>
              <a:xfrm>
                <a:off x="8792594" y="7665976"/>
                <a:ext cx="213725" cy="182303"/>
              </a:xfrm>
              <a:prstGeom prst="rect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Curved Connector 184">
                <a:extLst>
                  <a:ext uri="{FF2B5EF4-FFF2-40B4-BE49-F238E27FC236}">
                    <a16:creationId xmlns:a16="http://schemas.microsoft.com/office/drawing/2014/main" id="{02935381-7F41-D0F5-F770-BA6EBCD69AB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9837141" y="6985705"/>
                <a:ext cx="4296" cy="1772469"/>
              </a:xfrm>
              <a:prstGeom prst="curvedConnector3">
                <a:avLst>
                  <a:gd name="adj1" fmla="val -5909358"/>
                </a:avLst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2CF9B739-4DBB-38C8-91CA-BF13D4648026}"/>
                  </a:ext>
                </a:extLst>
              </p:cNvPr>
              <p:cNvSpPr txBox="1"/>
              <p:nvPr/>
            </p:nvSpPr>
            <p:spPr>
              <a:xfrm>
                <a:off x="7780171" y="7468419"/>
                <a:ext cx="880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pc="300" dirty="0"/>
                  <a:t>yWW</a:t>
                </a:r>
              </a:p>
            </p:txBody>
          </p:sp>
          <p:cxnSp>
            <p:nvCxnSpPr>
              <p:cNvPr id="191" name="Curved Connector 190">
                <a:extLst>
                  <a:ext uri="{FF2B5EF4-FFF2-40B4-BE49-F238E27FC236}">
                    <a16:creationId xmlns:a16="http://schemas.microsoft.com/office/drawing/2014/main" id="{243ABE81-6AD2-17C1-3C02-0D0922298ED7}"/>
                  </a:ext>
                </a:extLst>
              </p:cNvPr>
              <p:cNvCxnSpPr/>
              <p:nvPr/>
            </p:nvCxnSpPr>
            <p:spPr>
              <a:xfrm rot="5400000" flipH="1" flipV="1">
                <a:off x="9698242" y="6592437"/>
                <a:ext cx="270600" cy="1772469"/>
              </a:xfrm>
              <a:prstGeom prst="curvedConnector3">
                <a:avLst>
                  <a:gd name="adj1" fmla="val 137499"/>
                </a:avLst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98" name="Graphic 197" descr="Scissors with solid fill">
                <a:extLst>
                  <a:ext uri="{FF2B5EF4-FFF2-40B4-BE49-F238E27FC236}">
                    <a16:creationId xmlns:a16="http://schemas.microsoft.com/office/drawing/2014/main" id="{677E31A8-AEF6-0720-642F-E99EE0B64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13506257">
                <a:off x="9700904" y="7058348"/>
                <a:ext cx="359982" cy="359982"/>
              </a:xfrm>
              <a:prstGeom prst="rect">
                <a:avLst/>
              </a:prstGeom>
            </p:spPr>
          </p:pic>
          <p:pic>
            <p:nvPicPr>
              <p:cNvPr id="199" name="Graphic 198" descr="Scissors with solid fill">
                <a:extLst>
                  <a:ext uri="{FF2B5EF4-FFF2-40B4-BE49-F238E27FC236}">
                    <a16:creationId xmlns:a16="http://schemas.microsoft.com/office/drawing/2014/main" id="{DB256142-9617-E7E4-43B8-1572B3AD33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 rot="13506257">
                <a:off x="9693873" y="7940587"/>
                <a:ext cx="359982" cy="359982"/>
              </a:xfrm>
              <a:prstGeom prst="rect">
                <a:avLst/>
              </a:prstGeom>
            </p:spPr>
          </p:pic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C6B729-7AC1-74AC-CC10-29EE99E479C3}"/>
                </a:ext>
              </a:extLst>
            </p:cNvPr>
            <p:cNvSpPr txBox="1"/>
            <p:nvPr/>
          </p:nvSpPr>
          <p:spPr>
            <a:xfrm>
              <a:off x="8850034" y="5195373"/>
              <a:ext cx="10787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Cut 1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419D492-521D-2D34-97F8-824FD2121D87}"/>
                </a:ext>
              </a:extLst>
            </p:cNvPr>
            <p:cNvSpPr txBox="1"/>
            <p:nvPr/>
          </p:nvSpPr>
          <p:spPr>
            <a:xfrm>
              <a:off x="8850035" y="6395352"/>
              <a:ext cx="8519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Cut 2</a:t>
              </a: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153A80C6-516A-6F9F-FE9A-D8D09B83AA48}"/>
              </a:ext>
            </a:extLst>
          </p:cNvPr>
          <p:cNvSpPr txBox="1"/>
          <p:nvPr/>
        </p:nvSpPr>
        <p:spPr>
          <a:xfrm>
            <a:off x="11117973" y="6308605"/>
            <a:ext cx="24967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Cut 1 and cut 2 are independent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15BCA5D-66F5-50AD-0B9F-101D83836670}"/>
                  </a:ext>
                </a:extLst>
              </p:cNvPr>
              <p:cNvSpPr txBox="1"/>
              <p:nvPr/>
            </p:nvSpPr>
            <p:spPr>
              <a:xfrm>
                <a:off x="3881842" y="7244263"/>
                <a:ext cx="323545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: Effective </a:t>
                </a:r>
                <a:r>
                  <a:rPr lang="en-US" dirty="0"/>
                  <a:t>avg. no. of litters   </a:t>
                </a:r>
              </a:p>
              <a:p>
                <a:r>
                  <a:rPr lang="en-US" dirty="0"/>
                  <a:t>     per adult female per yr 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: </a:t>
                </a:r>
                <a:r>
                  <a:rPr lang="en-US" dirty="0"/>
                  <a:t>Mean effective offspring</a:t>
                </a:r>
              </a:p>
              <a:p>
                <a:r>
                  <a:rPr lang="en-US" dirty="0"/>
                  <a:t>      per litter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endParaRPr lang="en-US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B15BCA5D-66F5-50AD-0B9F-101D83836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842" y="7244263"/>
                <a:ext cx="3235458" cy="1200329"/>
              </a:xfrm>
              <a:prstGeom prst="rect">
                <a:avLst/>
              </a:prstGeom>
              <a:blipFill>
                <a:blip r:embed="rId16"/>
                <a:stretch>
                  <a:fillRect t="-2105" r="-3516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114A645D-6255-66F7-25B5-BEE6F0CCB843}"/>
              </a:ext>
            </a:extLst>
          </p:cNvPr>
          <p:cNvSpPr txBox="1"/>
          <p:nvPr/>
        </p:nvSpPr>
        <p:spPr>
          <a:xfrm>
            <a:off x="10795732" y="7643496"/>
            <a:ext cx="2309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Female specific dominant/recessive mutation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2BAC4BF-E5A1-EAE8-D4AC-B3B3626423CA}"/>
              </a:ext>
            </a:extLst>
          </p:cNvPr>
          <p:cNvSpPr txBox="1"/>
          <p:nvPr/>
        </p:nvSpPr>
        <p:spPr>
          <a:xfrm>
            <a:off x="8470383" y="7841955"/>
            <a:ext cx="204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Y-Linked Editor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CAA46B8-A08E-C4F7-2B0F-02B1D6563EDB}"/>
              </a:ext>
            </a:extLst>
          </p:cNvPr>
          <p:cNvSpPr>
            <a:spLocks noChangeAspect="1"/>
          </p:cNvSpPr>
          <p:nvPr/>
        </p:nvSpPr>
        <p:spPr>
          <a:xfrm>
            <a:off x="8185211" y="7912321"/>
            <a:ext cx="228600" cy="228600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B7B7762-C3F6-62F2-01E5-92C47D867A42}"/>
              </a:ext>
            </a:extLst>
          </p:cNvPr>
          <p:cNvGrpSpPr/>
          <p:nvPr/>
        </p:nvGrpSpPr>
        <p:grpSpPr>
          <a:xfrm>
            <a:off x="7874207" y="2294484"/>
            <a:ext cx="3233391" cy="920029"/>
            <a:chOff x="7935182" y="2247990"/>
            <a:chExt cx="3233391" cy="920029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1A8B87B-40E3-852A-1A2C-6407D7BB571C}"/>
                </a:ext>
              </a:extLst>
            </p:cNvPr>
            <p:cNvSpPr/>
            <p:nvPr/>
          </p:nvSpPr>
          <p:spPr>
            <a:xfrm>
              <a:off x="9864643" y="2247990"/>
              <a:ext cx="654112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BD098ED-C0F3-495D-6B71-341953700C36}"/>
                </a:ext>
              </a:extLst>
            </p:cNvPr>
            <p:cNvSpPr/>
            <p:nvPr/>
          </p:nvSpPr>
          <p:spPr>
            <a:xfrm>
              <a:off x="10514461" y="2252286"/>
              <a:ext cx="654112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224D857-BD71-086B-7B16-97019910438E}"/>
                </a:ext>
              </a:extLst>
            </p:cNvPr>
            <p:cNvSpPr/>
            <p:nvPr/>
          </p:nvSpPr>
          <p:spPr>
            <a:xfrm>
              <a:off x="9864643" y="2519014"/>
              <a:ext cx="654112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126C4B57-08B4-A388-1BF8-6663D3F4A16B}"/>
                </a:ext>
              </a:extLst>
            </p:cNvPr>
            <p:cNvSpPr/>
            <p:nvPr/>
          </p:nvSpPr>
          <p:spPr>
            <a:xfrm>
              <a:off x="10514461" y="2519014"/>
              <a:ext cx="654112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590234F-DF44-98D5-77C6-94BD0FB14C53}"/>
                </a:ext>
              </a:extLst>
            </p:cNvPr>
            <p:cNvSpPr/>
            <p:nvPr/>
          </p:nvSpPr>
          <p:spPr>
            <a:xfrm>
              <a:off x="9443940" y="2252286"/>
              <a:ext cx="253046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4CF8F4F-2BBD-EB3C-9902-EA58DEF18908}"/>
                </a:ext>
              </a:extLst>
            </p:cNvPr>
            <p:cNvSpPr/>
            <p:nvPr/>
          </p:nvSpPr>
          <p:spPr>
            <a:xfrm>
              <a:off x="8790056" y="2256583"/>
              <a:ext cx="654112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E3F690E-4B1C-1161-B596-536E0739731D}"/>
                </a:ext>
              </a:extLst>
            </p:cNvPr>
            <p:cNvSpPr/>
            <p:nvPr/>
          </p:nvSpPr>
          <p:spPr>
            <a:xfrm>
              <a:off x="9252550" y="2523310"/>
              <a:ext cx="253046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C63B302B-F963-23F5-4203-652CF5A855B9}"/>
                </a:ext>
              </a:extLst>
            </p:cNvPr>
            <p:cNvSpPr>
              <a:spLocks/>
            </p:cNvSpPr>
            <p:nvPr/>
          </p:nvSpPr>
          <p:spPr>
            <a:xfrm>
              <a:off x="8790056" y="2523310"/>
              <a:ext cx="457200" cy="18188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F2A0882-C7DD-8812-FD73-B7A33A9941EF}"/>
                </a:ext>
              </a:extLst>
            </p:cNvPr>
            <p:cNvSpPr/>
            <p:nvPr/>
          </p:nvSpPr>
          <p:spPr>
            <a:xfrm>
              <a:off x="10792164" y="2256584"/>
              <a:ext cx="147632" cy="173287"/>
            </a:xfrm>
            <a:prstGeom prst="rect">
              <a:avLst/>
            </a:prstGeom>
            <a:solidFill>
              <a:srgbClr val="DF5327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89D78F-D32F-8D4E-995D-4E5820C47144}"/>
                </a:ext>
              </a:extLst>
            </p:cNvPr>
            <p:cNvSpPr/>
            <p:nvPr/>
          </p:nvSpPr>
          <p:spPr>
            <a:xfrm>
              <a:off x="8903042" y="2522888"/>
              <a:ext cx="213725" cy="18230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0468A394-A496-E4A7-821C-B6435E4F041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9947589" y="1842617"/>
              <a:ext cx="4296" cy="1772469"/>
            </a:xfrm>
            <a:prstGeom prst="curvedConnector3">
              <a:avLst>
                <a:gd name="adj1" fmla="val -5909358"/>
              </a:avLst>
            </a:prstGeom>
            <a:ln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997923-4336-7D94-9EBD-EF5D1D342ECF}"/>
                </a:ext>
              </a:extLst>
            </p:cNvPr>
            <p:cNvSpPr txBox="1"/>
            <p:nvPr/>
          </p:nvSpPr>
          <p:spPr>
            <a:xfrm>
              <a:off x="7935182" y="2325331"/>
              <a:ext cx="8988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pc="300" dirty="0" err="1"/>
                <a:t>yMW</a:t>
              </a:r>
              <a:endParaRPr lang="en-US" spc="300" dirty="0"/>
            </a:p>
          </p:txBody>
        </p:sp>
        <p:pic>
          <p:nvPicPr>
            <p:cNvPr id="196" name="Graphic 195" descr="Scissors with solid fill">
              <a:extLst>
                <a:ext uri="{FF2B5EF4-FFF2-40B4-BE49-F238E27FC236}">
                  <a16:creationId xmlns:a16="http://schemas.microsoft.com/office/drawing/2014/main" id="{5AF87315-01D9-72ED-8A98-0A921D85D6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3506257">
              <a:off x="9728388" y="2808037"/>
              <a:ext cx="359982" cy="359982"/>
            </a:xfrm>
            <a:prstGeom prst="rect">
              <a:avLst/>
            </a:prstGeom>
          </p:spPr>
        </p:pic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32FF25A-F798-B461-2C1C-42D3B5B95556}"/>
              </a:ext>
            </a:extLst>
          </p:cNvPr>
          <p:cNvSpPr>
            <a:spLocks noChangeAspect="1"/>
          </p:cNvSpPr>
          <p:nvPr/>
        </p:nvSpPr>
        <p:spPr>
          <a:xfrm>
            <a:off x="10459101" y="7912321"/>
            <a:ext cx="228600" cy="228600"/>
          </a:xfrm>
          <a:prstGeom prst="rect">
            <a:avLst/>
          </a:prstGeom>
          <a:solidFill>
            <a:srgbClr val="DF532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816E12B-B913-B88C-B771-E8BC1542797F}"/>
              </a:ext>
            </a:extLst>
          </p:cNvPr>
          <p:cNvSpPr/>
          <p:nvPr/>
        </p:nvSpPr>
        <p:spPr>
          <a:xfrm>
            <a:off x="125556" y="6964792"/>
            <a:ext cx="7003664" cy="1554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119AC39-81EC-C324-B42B-11B03028E613}"/>
              </a:ext>
            </a:extLst>
          </p:cNvPr>
          <p:cNvSpPr/>
          <p:nvPr/>
        </p:nvSpPr>
        <p:spPr>
          <a:xfrm>
            <a:off x="8093081" y="7596365"/>
            <a:ext cx="4877025" cy="950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550C6CD-4040-45BB-17F9-C1EA4CCD4CC3}"/>
              </a:ext>
            </a:extLst>
          </p:cNvPr>
          <p:cNvGrpSpPr/>
          <p:nvPr/>
        </p:nvGrpSpPr>
        <p:grpSpPr>
          <a:xfrm>
            <a:off x="7914416" y="3895043"/>
            <a:ext cx="5726632" cy="2254749"/>
            <a:chOff x="8055029" y="3769188"/>
            <a:chExt cx="5320622" cy="2254749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29AB2651-95E7-13DD-185B-34F83F45187A}"/>
                </a:ext>
              </a:extLst>
            </p:cNvPr>
            <p:cNvCxnSpPr>
              <a:cxnSpLocks/>
              <a:endCxn id="101" idx="1"/>
            </p:cNvCxnSpPr>
            <p:nvPr/>
          </p:nvCxnSpPr>
          <p:spPr>
            <a:xfrm>
              <a:off x="9720371" y="4910605"/>
              <a:ext cx="818334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8CA47A5-E8AA-FDBC-FC45-060949AC2238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9287701" y="4744252"/>
              <a:ext cx="27486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" name="Off-page Connector 86">
              <a:extLst>
                <a:ext uri="{FF2B5EF4-FFF2-40B4-BE49-F238E27FC236}">
                  <a16:creationId xmlns:a16="http://schemas.microsoft.com/office/drawing/2014/main" id="{5F9B7ED5-B8A4-1392-5547-DD5B03B7B086}"/>
                </a:ext>
              </a:extLst>
            </p:cNvPr>
            <p:cNvSpPr/>
            <p:nvPr/>
          </p:nvSpPr>
          <p:spPr>
            <a:xfrm rot="5400000">
              <a:off x="9220920" y="3604699"/>
              <a:ext cx="1097280" cy="2598355"/>
            </a:xfrm>
            <a:prstGeom prst="flowChartOffpage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ff-page Connector 87">
              <a:extLst>
                <a:ext uri="{FF2B5EF4-FFF2-40B4-BE49-F238E27FC236}">
                  <a16:creationId xmlns:a16="http://schemas.microsoft.com/office/drawing/2014/main" id="{5F1A6883-837F-6194-B0B6-06DE994BBA88}"/>
                </a:ext>
              </a:extLst>
            </p:cNvPr>
            <p:cNvSpPr/>
            <p:nvPr/>
          </p:nvSpPr>
          <p:spPr>
            <a:xfrm rot="5400000">
              <a:off x="10733116" y="3381402"/>
              <a:ext cx="2254749" cy="3030321"/>
            </a:xfrm>
            <a:prstGeom prst="flowChartOffpage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90061833-44B7-97AA-227F-195EA2152E5D}"/>
                </a:ext>
              </a:extLst>
            </p:cNvPr>
            <p:cNvSpPr/>
            <p:nvPr/>
          </p:nvSpPr>
          <p:spPr>
            <a:xfrm>
              <a:off x="8769061" y="4597768"/>
              <a:ext cx="560095" cy="58987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3BD0DD6-367E-46CF-AD07-4397B44B9076}"/>
                </a:ext>
              </a:extLst>
            </p:cNvPr>
            <p:cNvSpPr txBox="1"/>
            <p:nvPr/>
          </p:nvSpPr>
          <p:spPr>
            <a:xfrm>
              <a:off x="8879138" y="4722330"/>
              <a:ext cx="86873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US" spc="300" dirty="0"/>
                <a:t>yWW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E0009EE-B4D5-6263-11BF-874161C31D2A}"/>
                </a:ext>
              </a:extLst>
            </p:cNvPr>
            <p:cNvSpPr txBox="1"/>
            <p:nvPr/>
          </p:nvSpPr>
          <p:spPr>
            <a:xfrm>
              <a:off x="10538705" y="4725939"/>
              <a:ext cx="739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cut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34C4C8B6-C4C5-D941-5350-2578B88856DF}"/>
                </a:ext>
              </a:extLst>
            </p:cNvPr>
            <p:cNvCxnSpPr>
              <a:cxnSpLocks/>
              <a:stCxn id="101" idx="3"/>
              <a:endCxn id="111" idx="1"/>
            </p:cNvCxnSpPr>
            <p:nvPr/>
          </p:nvCxnSpPr>
          <p:spPr>
            <a:xfrm flipV="1">
              <a:off x="11278517" y="4333436"/>
              <a:ext cx="1119563" cy="577169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0B65A9CA-5AD8-89BD-99A6-65D01F8FCFB5}"/>
                </a:ext>
              </a:extLst>
            </p:cNvPr>
            <p:cNvCxnSpPr>
              <a:cxnSpLocks/>
              <a:stCxn id="101" idx="3"/>
              <a:endCxn id="112" idx="1"/>
            </p:cNvCxnSpPr>
            <p:nvPr/>
          </p:nvCxnSpPr>
          <p:spPr>
            <a:xfrm>
              <a:off x="11278517" y="4910605"/>
              <a:ext cx="1150106" cy="633169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437C15BF-F195-4E15-A914-973C2993DB23}"/>
                    </a:ext>
                  </a:extLst>
                </p:cNvPr>
                <p:cNvSpPr txBox="1"/>
                <p:nvPr/>
              </p:nvSpPr>
              <p:spPr>
                <a:xfrm>
                  <a:off x="11414043" y="5129353"/>
                  <a:ext cx="5246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437C15BF-F195-4E15-A914-973C2993D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4043" y="5129353"/>
                  <a:ext cx="524650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0FA21169-5E09-CF52-FB0B-0AB95BEF2F6A}"/>
                    </a:ext>
                  </a:extLst>
                </p:cNvPr>
                <p:cNvSpPr txBox="1"/>
                <p:nvPr/>
              </p:nvSpPr>
              <p:spPr>
                <a:xfrm>
                  <a:off x="8055029" y="4418641"/>
                  <a:ext cx="7639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0FA21169-5E09-CF52-FB0B-0AB95BEF2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5029" y="4418641"/>
                  <a:ext cx="763903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1BC14EA1-8B30-C488-E607-2506D27E13F4}"/>
                    </a:ext>
                  </a:extLst>
                </p:cNvPr>
                <p:cNvSpPr txBox="1"/>
                <p:nvPr/>
              </p:nvSpPr>
              <p:spPr>
                <a:xfrm>
                  <a:off x="9693975" y="4562658"/>
                  <a:ext cx="7639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1BC14EA1-8B30-C488-E607-2506D27E1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3975" y="4562658"/>
                  <a:ext cx="763903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E8FDABF-1DDF-BB83-4B40-B51CBD7630BF}"/>
                    </a:ext>
                  </a:extLst>
                </p:cNvPr>
                <p:cNvSpPr txBox="1"/>
                <p:nvPr/>
              </p:nvSpPr>
              <p:spPr>
                <a:xfrm>
                  <a:off x="11264005" y="4200702"/>
                  <a:ext cx="7276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E8FDABF-1DDF-BB83-4B40-B51CBD763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64005" y="4200702"/>
                  <a:ext cx="727649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840A1E46-C89A-49F1-8797-65460C0F3ECD}"/>
                </a:ext>
              </a:extLst>
            </p:cNvPr>
            <p:cNvCxnSpPr>
              <a:cxnSpLocks/>
              <a:stCxn id="100" idx="3"/>
              <a:endCxn id="101" idx="1"/>
            </p:cNvCxnSpPr>
            <p:nvPr/>
          </p:nvCxnSpPr>
          <p:spPr>
            <a:xfrm>
              <a:off x="9747876" y="4906996"/>
              <a:ext cx="790829" cy="3609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57F6E76-F4B3-58CC-B96F-7A86A9B9A40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9298460" y="4761599"/>
              <a:ext cx="27486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8BA704A-98D3-20BF-6FD4-D6C526A5E445}"/>
                </a:ext>
              </a:extLst>
            </p:cNvPr>
            <p:cNvSpPr txBox="1"/>
            <p:nvPr/>
          </p:nvSpPr>
          <p:spPr>
            <a:xfrm>
              <a:off x="12398079" y="4165558"/>
              <a:ext cx="848672" cy="3357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 err="1"/>
                <a:t>yWE</a:t>
              </a:r>
              <a:endParaRPr lang="en-US" spc="3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C04E2A4-AAFE-1546-8854-EE9706FD65F2}"/>
                </a:ext>
              </a:extLst>
            </p:cNvPr>
            <p:cNvSpPr txBox="1"/>
            <p:nvPr/>
          </p:nvSpPr>
          <p:spPr>
            <a:xfrm>
              <a:off x="12428623" y="5375896"/>
              <a:ext cx="787584" cy="3357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pc="300" dirty="0" err="1"/>
                <a:t>yWV</a:t>
              </a:r>
              <a:endParaRPr lang="en-US" spc="3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0041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7376</TotalTime>
  <Words>129</Words>
  <Application>Microsoft Macintosh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Black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99</cp:revision>
  <dcterms:created xsi:type="dcterms:W3CDTF">2025-09-09T21:31:40Z</dcterms:created>
  <dcterms:modified xsi:type="dcterms:W3CDTF">2026-07-14T23:46:17Z</dcterms:modified>
</cp:coreProperties>
</file>